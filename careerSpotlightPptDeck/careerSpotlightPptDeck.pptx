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1" autoAdjust="0"/>
    <p:restoredTop sz="94660"/>
  </p:normalViewPr>
  <p:slideViewPr>
    <p:cSldViewPr snapToGrid="0">
      <p:cViewPr varScale="1">
        <p:scale>
          <a:sx n="84" d="100"/>
          <a:sy n="84" d="100"/>
        </p:scale>
        <p:origin x="114" y="6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CC0142-D4C9-4B8F-8EE9-9ED5CC17AE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6526C6-7D61-452F-81F2-2999F32A59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307B9D-210A-45EF-AA1F-BCC4080C4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A511F0-917C-4576-915A-9D55AE8CEC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B4D77-D790-442C-B5AF-04FFD5C502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49489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204EC5-B088-4F54-818B-1138E24526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EB42-25CF-4C78-8439-9AD2BB2E48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3D34B-0040-4DD8-B377-77D150F83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57BE1B-712C-40A7-9F18-EB3F882FD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C74832-CB29-4CB0-8DDC-7BE6F863D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0248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11715F-7D9E-4224-99E0-F1F3593B1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DF8008-6E46-4683-B484-A1275BFD0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E9932C-9B47-42C6-878A-FEE82278D8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6A32C4-4622-43E9-98DD-A9945578C1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9E203-B185-4326-B83C-D56417913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18791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ECD887-AEB7-424A-A61A-28D237A91F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C26DDF-6E99-4C3D-AD99-2593436EBA1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C9AFD8-58F1-459E-B5DD-361757103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BF53562-8B37-41DA-99A5-BEFFC5F716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1A8228A-E529-4ADE-B68F-02522D8D23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FFC54A-F5A5-449B-A556-A707B0769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9159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9500A-7F72-48F8-B300-C62103CA5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9E16B4-F0FA-42BC-BE64-C7EC74B466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7F58CE-A78A-4326-8FEB-525F3A6514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240DF31-E489-46A2-8A2B-A95B49A3AD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1ADEFE-2397-45B8-9D99-1336E11E0E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486398-AADC-41F1-AA45-3B3E0C6AA5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BBE24E9-9FB6-4281-ADDA-0F608E838F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039003-43A4-4E71-80B3-40301C899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6704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33EE34-D5B4-422D-8E5F-DDEC773A22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05FB8B3-58E0-4AC4-A76E-F456DD1CC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12EFED-42D6-4664-8DFD-9EB53ADE9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C40442-0CFD-450D-9533-A1CABD56CA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66821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CFDCFC-34D1-4FA4-BEDE-466F04FC2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27E0A0-57BF-4C72-9571-586C9C655C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ADADF-D91B-4EFA-B654-4ED72BDEA8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10370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0B5B-57E4-465E-B048-82FDC602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422266-332A-4AD1-97C6-714B52909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B63E03-EAD7-4794-B021-E17E97B377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5F709-7CD7-41DF-B35F-14E60F0ED6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0C2B92-A9E8-40D8-A126-AD8E5B6D7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FC0CC7-96D2-4696-89EA-8BDFDFFDC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135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DCDAC5-63E3-40A4-A2AD-216C220A3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0DDB575-3E2B-4E3D-8931-88F984B68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247FBC-364F-4C80-B245-A5C485073B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8A9D17-3CB4-4E58-BA3D-B27A8437C9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996C0-B9B7-4BF8-9390-26484D230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D413D6C-67FC-45F1-B884-E18A6A025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9250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1D04A8-A066-406D-8CED-49A0BDD70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9E2EF-04BB-4A3C-BCA0-4B318861A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56D3F-F05B-4AE0-B8DC-4A66B5D781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23996-E693-425C-8D08-A26542C794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0515BB-0D14-40B5-8187-EEFF57AC7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2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040B47-3B9A-4A99-BC64-3FE09D7D8C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2796DFA-EFB6-4FF9-8416-2F93E7F19AF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019CF9-FDE7-49D6-93C7-4C90A46A5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C2616-D169-4232-B6C5-DEC75510A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150F2-EDF1-4D1C-B79B-3A0D8F4130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891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52C550-EBCC-4D52-853B-707A041DA1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2C720E-F605-4DB1-BB2B-0476A05AEB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954BE5-646C-4DF3-8FB2-9615496B50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F73542-2B52-4F36-8471-62ED3A92BADC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C0FA8-5776-492E-AC36-4F653AD73E8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102366-8277-4C93-9124-934F0E94EA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5D0E4C-B299-42CF-9F6E-961028DA9A9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420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5FFA5A-EF0C-4779-99FB-F90CBFF068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054E38-DA57-450A-81B8-19A1E2CBBB3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097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Goliev, Yaroslav</dc:creator>
  <cp:lastModifiedBy>Goliev, Yaroslav</cp:lastModifiedBy>
  <cp:revision>1</cp:revision>
  <dcterms:created xsi:type="dcterms:W3CDTF">2025-11-07T17:12:44Z</dcterms:created>
  <dcterms:modified xsi:type="dcterms:W3CDTF">2025-11-07T17:13:01Z</dcterms:modified>
</cp:coreProperties>
</file>